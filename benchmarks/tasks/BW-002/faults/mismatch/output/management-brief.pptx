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?xml version="1.0"?><Relationships xmlns="http://schemas.openxmlformats.org/package/2006/relationships"/>
</file>

<file path=ppt/slides/_rels/slide2.xml.rels><?xml version="1.0"?><Relationships xmlns="http://schemas.openxmlformats.org/package/2006/relationships"/>
</file>

<file path=ppt/slides/_rels/slide3.xml.rels><?xml version="1.0"?><Relationships xmlns="http://schemas.openxmlformats.org/package/2006/relationships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Sales Performance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Top region: North (150)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Total revenue: 350</a:t>
            </a:r>
          </a:p>
        </p:txBody>
      </p:sp>
    </p:spTree>
  </p:cSld>
</p:sld>
</file>