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_rels/slide1.xml.rels><?xml version="1.0"?><Relationships xmlns="http://schemas.openxmlformats.org/package/2006/relationships"/>
</file>

<file path=ppt/slides/_rels/slide2.xml.rels><?xml version="1.0"?><Relationships xmlns="http://schemas.openxmlformats.org/package/2006/relationships"/>
</file>

<file path=ppt/slides/_rels/slide3.xml.rels><?xml version="1.0"?><Relationships xmlns="http://schemas.openxmlformats.org/package/2006/relationships"/>
</file>

<file path=ppt/slides/_rels/slide4.xml.rels><?xml version="1.0"?><Relationships xmlns="http://schemas.openxmlformats.org/package/2006/relationships"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Research Summary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Finding: 42% adoption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Method: survey n=120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Conclusion: growth</a:t>
            </a:r>
          </a:p>
        </p:txBody>
      </p:sp>
    </p:spTree>
  </p:cSld>
</p:sld>
</file>